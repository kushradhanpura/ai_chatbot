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M NANTHINI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XYZ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45402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47540"/>
            <a:ext cx="4710475" cy="416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9903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</a:t>
            </a:r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1037</TotalTime>
  <Words>110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Nanthini Mohan</cp:lastModifiedBy>
  <cp:revision>37</cp:revision>
  <dcterms:created xsi:type="dcterms:W3CDTF">2021-05-26T16:50:10Z</dcterms:created>
  <dcterms:modified xsi:type="dcterms:W3CDTF">2026-01-16T13:11:42Z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